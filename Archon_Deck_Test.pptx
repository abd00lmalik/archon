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2c4cfb3201415c" /><Relationship Type="http://schemas.openxmlformats.org/officeDocument/2006/relationships/extended-properties" Target="/docProps/app.xml" Id="R6d0d190ddd504974" /><Relationship Type="http://schemas.openxmlformats.org/officeDocument/2006/relationships/officeDocument" Target="/ppt/presentation.xml" Id="Rd2b328fba4e240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23150b854d4a7a"/>
  </p:sldMasterIdLst>
  <p:notesMasterIdLst>
    <p:notesMasterId xmlns:r="http://schemas.openxmlformats.org/officeDocument/2006/relationships" r:id="R6d412284d3654f8f"/>
  </p:notesMasterIdLst>
  <p:sldIdLst>
    <p:sldId xmlns:r="http://schemas.openxmlformats.org/officeDocument/2006/relationships" id="256" r:id="Re5ede3b4ad504a7e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23150b854d4a7a" /><Relationship Type="http://schemas.openxmlformats.org/officeDocument/2006/relationships/theme" Target="/ppt/theme/theme1.xml" Id="R7ee3ced84ebd4d29" /><Relationship Type="http://schemas.openxmlformats.org/officeDocument/2006/relationships/notesMaster" Target="/ppt/notesMasters/notesMaster1.xml" Id="R6d412284d3654f8f" /><Relationship Type="http://schemas.openxmlformats.org/officeDocument/2006/relationships/presProps" Target="/ppt/presProps.xml" Id="Rb1e27e5469254363" /><Relationship Type="http://schemas.openxmlformats.org/officeDocument/2006/relationships/viewProps" Target="/ppt/viewProps.xml" Id="R71dcce49a4c6485d" /><Relationship Type="http://schemas.openxmlformats.org/officeDocument/2006/relationships/tableStyles" Target="/ppt/tableStyles.xml" Id="R17e3fc66eb454273" /><Relationship Type="http://schemas.openxmlformats.org/officeDocument/2006/relationships/slide" Target="/ppt/slides/slide1.xml" Id="Re5ede3b4ad504a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6890c8d10084a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81a8e7fc8e4b21" /><Relationship Type="http://schemas.openxmlformats.org/officeDocument/2006/relationships/notesMaster" Target="/ppt/notesMasters/notesMaster1.xml" Id="R492f807a62554e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 notes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4be6339c4248f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1a2de5441c842c9" /><Relationship Type="http://schemas.openxmlformats.org/officeDocument/2006/relationships/slideLayout" Target="/ppt/slideLayouts/slideLayout2.xml" Id="Rb0ce5da4a9a049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ce5da4a9a049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2d7c48f29141d9" /><Relationship Type="http://schemas.openxmlformats.org/officeDocument/2006/relationships/notesSlide" Target="/ppt/notesSlides/notesSlide1.xml" Id="R6fed83ee58074db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6220D3-175B-4AA5-9AF7-B5C8D49E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69164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F172A"/>
                </a:solidFill>
              </a:defRPr>
            </a:pPr>
            <a:r>
              <a:rPr sz="4800" b="1">
                <a:solidFill>
                  <a:srgbClr val="0F172A"/>
                </a:solidFill>
              </a:rPr>
              <a:t>Archon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602AE-DE85-4235-BEC9-18CE87A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7AF43-CF22-4B5D-9BCB-5E28679B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62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34155"/>
                </a:solidFill>
              </a:defRPr>
            </a:pPr>
            <a:r>
              <a:rPr sz="2250">
                <a:solidFill>
                  <a:srgbClr val="334155"/>
                </a:solidFill>
              </a:rPr>
              <a:t>On-chain work, evaluation, and reputation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11765387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2026-04-24T22:44:16.5040000Z</dcterms:created>
  <dcterms:modified xsi:type="dcterms:W3CDTF">2026-04-24T22:44:16.5040000Z</dcterms:modified>
</coreProperties>
</file>